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600">
                <a:solidFill>
                  <a:srgbClr val="0F5132"/>
                </a:solidFill>
              </a:defRPr>
            </a:pPr>
            <a:r>
              <a:t>WasteSort AI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334155"/>
                </a:solidFill>
              </a:defRPr>
            </a:pPr>
            <a:r>
              <a:t>Plateforme IA multi-modèles pour le tri et l'écologie</a:t>
            </a:r>
          </a:p>
          <a:p>
            <a:pPr>
              <a:spcAft>
                <a:spcPts val="700"/>
              </a:spcAft>
              <a:defRPr sz="1600">
                <a:solidFill>
                  <a:srgbClr val="334155"/>
                </a:solidFill>
              </a:defRPr>
            </a:pPr>
            <a:r>
              <a:t>MLP - CNN/MobileNetV2 - LSTM - Seq2Seq</a:t>
            </a:r>
          </a:p>
          <a:p>
            <a:pPr>
              <a:spcAft>
                <a:spcPts val="700"/>
              </a:spcAft>
              <a:defRPr sz="1600">
                <a:solidFill>
                  <a:srgbClr val="334155"/>
                </a:solidFill>
              </a:defRPr>
            </a:pPr>
            <a:r>
              <a:t>Application web Streamlit</a:t>
            </a:r>
          </a:p>
          <a:p>
            <a:pPr>
              <a:spcAft>
                <a:spcPts val="700"/>
              </a:spcAft>
              <a:defRPr sz="1600">
                <a:solidFill>
                  <a:srgbClr val="334155"/>
                </a:solidFill>
              </a:defRPr>
            </a:pPr>
            <a:r>
              <a:t>Étudiant : ......</a:t>
            </a:r>
          </a:p>
          <a:p>
            <a:pPr>
              <a:spcAft>
                <a:spcPts val="700"/>
              </a:spcAft>
              <a:defRPr sz="1600">
                <a:solidFill>
                  <a:srgbClr val="334155"/>
                </a:solidFill>
              </a:defRPr>
            </a:pPr>
            <a:r>
              <a:t>Prof : ......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52120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F5132"/>
                </a:solidFill>
              </a:defRPr>
            </a:pPr>
            <a:r>
              <a:t>Nom de l'étudiant : ......</a:t>
            </a:r>
          </a:p>
          <a:p>
            <a:pPr>
              <a:spcAft>
                <a:spcPts val="200"/>
              </a:spcAft>
              <a:defRPr sz="1400">
                <a:solidFill>
                  <a:srgbClr val="0F5132"/>
                </a:solidFill>
              </a:defRPr>
            </a:pPr>
            <a:r>
              <a:t>Nom de la prof : ......</a:t>
            </a:r>
          </a:p>
          <a:p>
            <a:pPr>
              <a:spcAft>
                <a:spcPts val="200"/>
              </a:spcAft>
              <a:defRPr sz="1400">
                <a:solidFill>
                  <a:srgbClr val="0F5132"/>
                </a:solidFill>
              </a:defRPr>
            </a:pPr>
            <a:r>
              <a:t>Classe / formation : ......</a:t>
            </a:r>
          </a:p>
          <a:p>
            <a:pPr>
              <a:spcAft>
                <a:spcPts val="200"/>
              </a:spcAft>
              <a:defRPr sz="1400">
                <a:solidFill>
                  <a:srgbClr val="0F5132"/>
                </a:solidFill>
              </a:defRPr>
            </a:pPr>
            <a:r>
              <a:t>Établissement : EMSI / ......</a:t>
            </a:r>
          </a:p>
          <a:p>
            <a:pPr>
              <a:spcAft>
                <a:spcPts val="200"/>
              </a:spcAft>
              <a:defRPr sz="1400">
                <a:solidFill>
                  <a:srgbClr val="0F5132"/>
                </a:solidFill>
              </a:defRPr>
            </a:pPr>
            <a:r>
              <a:t>Année scolaire : ......</a:t>
            </a:r>
          </a:p>
        </p:txBody>
      </p:sp>
      <p:pic>
        <p:nvPicPr>
          <p:cNvPr id="5" name="Picture 4" descr="emsi-logo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85232"/>
            <a:ext cx="3840480" cy="1051560"/>
          </a:xfrm>
          <a:prstGeom prst="rect">
            <a:avLst/>
          </a:prstGeom>
        </p:spPr>
      </p:pic>
      <p:pic>
        <p:nvPicPr>
          <p:cNvPr id="6" name="Picture 5" descr="wastesort-slid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94360"/>
            <a:ext cx="5486400" cy="365760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Pourquoi ce projet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Montrer plusieurs familles de modèles IA dans un seul projet.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Aider un campus à gérer le tri, l'énergie et les questions utilisateurs.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Rendre l'IA compréhensible avec une interface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Comment regrouper plusieurs modèles IA dans une seule plateforme ?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Comment traiter images, tableaux, séries temporelles et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Reconnaître les déchets par image.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Calculer un score écologique.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Prévoir une consommation énergétique.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Répondre aux questions sur le tri.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Comparer MLP, CNN, LSTM et Seq2Seq.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Modules De La Plateforme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Déchets : CNN / MobileNetV2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Score écologique : MLP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Prévision énergie : RNN / LSTM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Assistant tri : Seq2Seq / FAQ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Dashboard : Streamlit</a:t>
            </a:r>
          </a:p>
        </p:txBody>
      </p:sp>
      <p:pic>
        <p:nvPicPr>
          <p:cNvPr id="4" name="Picture 3" descr="wastesort-slide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Python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TensorFlow / Keras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MobileNetV2 en Transfer Learning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MLP, RNN/LSTM et Seq2Seq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Streamlit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Scikit-learn, Matplotlib et Pillow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Dataset Kaggle Garbage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Méthodologie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Module image : MobileNetV2 pour les déchets.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Module MLP : score écologique sur données tabulaires.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Module LSTM : prévision sur séries temporelles.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Module Seq2Seq : assistant de tri.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Intégration dans une interface Streamlit.</a:t>
            </a:r>
          </a:p>
        </p:txBody>
      </p:sp>
      <p:pic>
        <p:nvPicPr>
          <p:cNvPr id="4" name="Picture 3" descr="wastesort-slide-ai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Module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Reconnaît les déchets à partir d'une photo.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Utilise MobileNetV2 avec Transfer Learning.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Affiche confiance, probabilités et statut de fiabilité.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Accuracy validation : environ 81,5 %.</a:t>
            </a:r>
          </a:p>
        </p:txBody>
      </p:sp>
      <p:pic>
        <p:nvPicPr>
          <p:cNvPr id="4" name="Picture 3" descr="wastesort-slide-ai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Comparaison Des Modèles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4983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MLP : score écologique à partir de données tabulaires.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CNN / MobileNetV2 : classification d'images.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RNN / LSTM : prévision d'une série temporelle.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Seq2Seq : assistant de questions/réponses.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Chaque modèle correspond à un type de donnée.</a:t>
            </a:r>
          </a:p>
        </p:txBody>
      </p:sp>
      <p:pic>
        <p:nvPicPr>
          <p:cNvPr id="4" name="Picture 3" descr="wastesort-slid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4983480" cy="332232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Interface 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Navigation entre les modules.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Test image, score, prévision et chatbot.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Résultats affichés simplement.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Interface adaptée à une démonstration publique.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MobileNetV2 : environ 81,5 % en validation.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MLP : score écologique explicable.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LSTM : prévision basée sur l'historique.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Seq2Seq/FAQ : réponses simples sur le tri.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Les modules MLP, LSTM et Seq2Seq sont des prototypes.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modèle image dépend de la qualité de la photo.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Certaines classes de déchets se ressemblent.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Des datasets réels amélioreraient la plateforme.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Améliorations Possibles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Entraîner un vrai MLP sur des données campus.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Entraîner un vrai LSTM sur consommation réelle.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Créer un vrai chatbot Seq2Seq ou Transformer.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Ajouter une application mobile.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Connecter la plateforme à une base de données.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F513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058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WasteSort AI Suite regroupe plusieurs familles de modèles.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Chaque module illustre un type de donnée différent.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La plateforme est claire, visuelle et pédagogique.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Le projet est adapté à une présentation académique.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WasteSort AI Suite - MLP - CNN/MobileNetV2 - LSTM - Seq2Seq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