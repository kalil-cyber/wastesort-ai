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0584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0F5132"/>
                </a:solidFill>
              </a:defRPr>
            </a:pPr>
            <a:r>
              <a:t>WasteSort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57400"/>
            <a:ext cx="67665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4155"/>
                </a:solidFill>
              </a:defRPr>
            </a:pPr>
            <a:r>
              <a:t>Reconnaissance automatique des déchets avec Deep Learning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Application web simple pour aider au tri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TensorFlow / Keras - MobileNetV2 -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143000"/>
            <a:ext cx="224028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32850" y="1501444"/>
            <a:ext cx="1433779" cy="1433779"/>
          </a:xfrm>
          <a:prstGeom prst="ellipse">
            <a:avLst/>
          </a:prstGeom>
          <a:solidFill>
            <a:srgbClr val="198754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6878" y="1680667"/>
            <a:ext cx="985723" cy="985723"/>
          </a:xfrm>
          <a:prstGeom prst="ellipse">
            <a:avLst/>
          </a:prstGeom>
          <a:solidFill>
            <a:srgbClr val="74B84A"/>
          </a:solidFill>
          <a:ln>
            <a:solidFill>
              <a:srgbClr val="74B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7656" y="2711196"/>
            <a:ext cx="1344168" cy="4928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0F5132"/>
                </a:solidFill>
              </a:defRPr>
            </a:pPr>
            <a:r>
              <a:t>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Pourquoi ce projet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tri des déchets est important pour le recyclage.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Les utilisateurs peuvent se tromper entre plusieurs catégories.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Une image peut aider à proposer rapidement une catégorie de tri.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reconnaître automatiquement un déchet à partir d'une photo ?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donner une réponse utile sans être trop sûr quand le modèle hésite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Identifier le type de déchet à partir d'une image.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Classer l'image en six catégories.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Afficher une confiance et des probabilités.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Créer une interface simple pour un public non technique.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Catégories Reconnues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Carton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Verre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Métal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Papier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Plastique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Déchet non recyclable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Python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TensorFlow / Keras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MobileNetV2 en Transfer Learning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Streamlit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Scikit-learn, Matplotlib et Pillow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Dataset Kaggle Garbage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Organisation du dataset par classes.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Prétraitement des images en 224 x 224 pixels.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Data augmentation pour améliorer la robustesse.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Entraînement MobileNetV2 puis fine-tuning.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Évaluation avec accuracy et matrice de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Pourquoi MobileNetV2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Modèle léger et rapide.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Adapté à la reconnaissance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Déjà entraîné sur beaucoup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Plus fiable qu'un CNN simple sur les photos réelles.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Import d'image ou prise de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Affichage de la catégorie proposée.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Pourcentage de confiance.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Probabilités par classe.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Statut : Très fiable, Fiable, À vérifier ou Incertain.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Modèle principal : MobileNetV2.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Accuracy validation : environ 81,5 %.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Bonnes performances sur carton, verre et métal.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Classes plus difficiles : plastique, papier et trash.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modèle dépend de la qualité de la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Une image floue ou mal cadrée peut provoquer une erreur.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Certaines classes se ressemblent visuellement.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modèle ne remplace pas totalement une vérification humaine.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Améliorations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Ajouter plus d'images réelles.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Tester EfficientNet.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Ajouter une classe objet inconnu.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Créer une version mobile.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Adapter les conseils de tri selon les règles locales.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WasteSort AI applique le Deep Learning à un problème concret.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L'application est simple, visuelle et facile à présenter.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projet montre le lien entre IA et environnement.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Les résultats sont encourageants et améliorables avec plus de données.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- TensorFlow/Keras - MobileNetV2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